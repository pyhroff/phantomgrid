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1371600"/>
            <a:ext cx="54864" cy="237744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914400"/>
            <a:ext cx="1828800" cy="18288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40080" y="1234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PSBs Hackathon Series 2026  ·  MNNIT Allahabad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40080" y="15544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PhantomGrid</a:t>
            </a:r>
            <a:endParaRPr lang="en-US" sz="5200" dirty="0"/>
          </a:p>
        </p:txBody>
      </p:sp>
      <p:sp>
        <p:nvSpPr>
          <p:cNvPr id="25" name="Text 22"/>
          <p:cNvSpPr/>
          <p:nvPr/>
        </p:nvSpPr>
        <p:spPr>
          <a:xfrm>
            <a:off x="640080" y="251460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Three-Layer Passive Behavioural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System for PSB Digital Channels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40080" y="356616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7C3AED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" y="3566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ZeroIntent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240280" y="36027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Kottayam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Takeover is Invisible After Login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2651760" cy="146304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71600"/>
            <a:ext cx="265176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44475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600M+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2103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PSB account holders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651760" cy="146304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371600"/>
            <a:ext cx="26517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44475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18B+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37560" y="2103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transactions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371600"/>
            <a:ext cx="2651760" cy="146304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371600"/>
            <a:ext cx="26517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44475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63640" y="2103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resistance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login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063240"/>
            <a:ext cx="8321040" cy="914400"/>
          </a:xfrm>
          <a:prstGeom prst="rect">
            <a:avLst/>
          </a:prstGeom>
          <a:solidFill>
            <a:srgbClr val="1A0A0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127248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OTPs, PINs, and passwords are </a:t>
            </a:r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gates.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who clears login faces </a:t>
            </a:r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behavioral resistance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rest of the session.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Only Guard the Door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1645920"/>
          </a:xfrm>
          <a:prstGeom prst="rect">
            <a:avLst/>
          </a:prstGeom>
          <a:solidFill>
            <a:srgbClr val="151E2D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08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/ PIN / Password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417320"/>
            <a:ext cx="2560320" cy="1645920"/>
          </a:xfrm>
          <a:prstGeom prst="rect">
            <a:avLst/>
          </a:prstGeom>
          <a:solidFill>
            <a:srgbClr val="151E2D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508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46120" y="19659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monitoring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roams free 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417320"/>
            <a:ext cx="2560320" cy="1645920"/>
          </a:xfrm>
          <a:prstGeom prst="rect">
            <a:avLst/>
          </a:prstGeom>
          <a:solidFill>
            <a:srgbClr val="151E2D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508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5040" y="19659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move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done ✗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17520" y="224028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224028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291840"/>
            <a:ext cx="8321040" cy="1005840"/>
          </a:xfrm>
          <a:prstGeom prst="rect">
            <a:avLst/>
          </a:prstGeom>
          <a:solidFill>
            <a:srgbClr val="151E2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355848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PSB solution </a:t>
            </a:r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re-verifies the user after login.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credentials grant unlimited access. Behavioral patterns — how users think, navigate, and type — remain completely untapped.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PhantomGrid — Three Independent Behavioral Signals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3611880"/>
          </a:xfrm>
          <a:prstGeom prst="rect">
            <a:avLst/>
          </a:prstGeom>
          <a:solidFill>
            <a:srgbClr val="151E2D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274320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457200" cy="320040"/>
          </a:xfrm>
          <a:prstGeom prst="roundRect">
            <a:avLst>
              <a:gd name="adj" fmla="val 11429"/>
            </a:avLst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13624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weight: 30%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CognitiveTrap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2084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Navigation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423160"/>
            <a:ext cx="254203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canvas overlay places decoy elements in zones the real user never touches. Attackers hover, hesitate, or interact — triggering immediate flags.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18688" y="1188720"/>
            <a:ext cx="2743200" cy="3611880"/>
          </a:xfrm>
          <a:prstGeom prst="rect">
            <a:avLst/>
          </a:prstGeom>
          <a:solidFill>
            <a:srgbClr val="151E2D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1188720"/>
            <a:ext cx="27432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3355848" y="1325880"/>
            <a:ext cx="457200" cy="32004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3355848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77056" y="13624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weight: 40%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10128" y="17190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IntentTrace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10128" y="2084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Approach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2423160"/>
            <a:ext cx="254203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navigation entropy, digit-entry fluency, and beneficiary hover dwell time. Legitimate users follow low-entropy habitual paths; attackers explore.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17336" y="1188720"/>
            <a:ext cx="2743200" cy="3611880"/>
          </a:xfrm>
          <a:prstGeom prst="rect">
            <a:avLst/>
          </a:prstGeom>
          <a:solidFill>
            <a:srgbClr val="151E2D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17336" y="1188720"/>
            <a:ext cx="27432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6254496" y="1325880"/>
            <a:ext cx="457200" cy="320040"/>
          </a:xfrm>
          <a:prstGeom prst="roundRect">
            <a:avLst>
              <a:gd name="adj" fmla="val 11429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254496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75704" y="13624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weight: 30%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08776" y="17190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RhythmLock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08776" y="2084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08776" y="2423160"/>
            <a:ext cx="254203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6-digit UPI PIN carries a personal inter-key timing rhythm. Dynamic Time Warping catches an attacker using the correct PIN with the wrong rhythm.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7620">
            <a:solidFill>
              <a:srgbClr val="131F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7620">
            <a:solidFill>
              <a:srgbClr val="131F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88720"/>
            <a:ext cx="9144000" cy="0"/>
          </a:xfrm>
          <a:prstGeom prst="line">
            <a:avLst/>
          </a:prstGeom>
          <a:noFill/>
          <a:ln w="7620">
            <a:solidFill>
              <a:srgbClr val="131F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83080"/>
            <a:ext cx="9144000" cy="0"/>
          </a:xfrm>
          <a:prstGeom prst="line">
            <a:avLst/>
          </a:prstGeom>
          <a:noFill/>
          <a:ln w="7620">
            <a:solidFill>
              <a:srgbClr val="131F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7620">
            <a:solidFill>
              <a:srgbClr val="131F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971800"/>
            <a:ext cx="9144000" cy="0"/>
          </a:xfrm>
          <a:prstGeom prst="line">
            <a:avLst/>
          </a:prstGeom>
          <a:noFill/>
          <a:ln w="7620">
            <a:solidFill>
              <a:srgbClr val="131F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7620">
            <a:solidFill>
              <a:srgbClr val="131F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60520"/>
            <a:ext cx="9144000" cy="0"/>
          </a:xfrm>
          <a:prstGeom prst="line">
            <a:avLst/>
          </a:prstGeom>
          <a:noFill/>
          <a:ln w="7620">
            <a:solidFill>
              <a:srgbClr val="131F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7620">
            <a:solidFill>
              <a:srgbClr val="131F3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502920"/>
            <a:ext cx="1645920" cy="1645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7432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PhantomGrid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the Attacker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scenarios  ·  Same credentials  ·  One gets through. One doesn't.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TARGETS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for Real-Time PSB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98448"/>
            <a:ext cx="2743200" cy="1572768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98448"/>
            <a:ext cx="54864" cy="15727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14813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84632" y="21671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CognitiveTrap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Decoy Detection Rate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298448"/>
            <a:ext cx="2743200" cy="1572768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298448"/>
            <a:ext cx="54864" cy="15727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3410712" y="14813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88%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10712" y="21671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IntentTrace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298448"/>
            <a:ext cx="2743200" cy="1572768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298448"/>
            <a:ext cx="54864" cy="15727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336792" y="14813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92%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36792" y="21671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Rhythm Mismatch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081528"/>
            <a:ext cx="2743200" cy="1572768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81528"/>
            <a:ext cx="54864" cy="15727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" y="326440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96%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84632" y="39502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Rate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3081528"/>
            <a:ext cx="2743200" cy="1572768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3081528"/>
            <a:ext cx="54864" cy="15727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3410712" y="326440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15ms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410712" y="39502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scoring cycle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3081528"/>
            <a:ext cx="2743200" cy="1572768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3081528"/>
            <a:ext cx="54864" cy="15727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336792" y="326440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60–80%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336792" y="39502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Fraud Loss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for PSBs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PHANTOMGRID FOR PSBs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Friction. Zero Hardware. Deployable Today.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4114800" cy="150876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4712" y="14447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Compliant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24712" y="181051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auditable per-signal risk alerts meet RBI's cyber security framework for behavioural monitoring. Every decision is traceable.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9160" y="1280160"/>
            <a:ext cx="4114800" cy="150876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13832" y="14447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Infrastructure Overhaul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513832" y="181051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JavaScript snippet injected into any existing web banking portal. Backend runs on the bank's current servers. No hardware procurement.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20040" y="2971800"/>
            <a:ext cx="4114800" cy="150876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4612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24712" y="31363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to Legitimate Users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24712" y="350215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additional OTPs, CAPTCHAs, or friction during normal use. The system only surfaces when an attacker is caught — before money moves.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09160" y="2971800"/>
            <a:ext cx="4114800" cy="1508760"/>
          </a:xfrm>
          <a:prstGeom prst="rect">
            <a:avLst/>
          </a:prstGeom>
          <a:solidFill>
            <a:srgbClr val="151E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24612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13832" y="31363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NPCI &amp; UPI Native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513832" y="350215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specifically for India's UPI ecosystem. Directly applicable to all 12 major PSBs. Mobile extension via React Native SDK.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1828800" y="4663440"/>
            <a:ext cx="5486400" cy="292608"/>
          </a:xfrm>
          <a:prstGeom prst="rect">
            <a:avLst/>
          </a:prstGeom>
          <a:solidFill>
            <a:srgbClr val="00D4FF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1828800" y="4663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PhantomGrid  ·  Team ZeroIntent  ·  IIIT Kottayam  ·  PSBs Hackathon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PhantomGrid – ZeroIntent</dc:title>
  <dc:subject>PptxGenJS Presentation</dc:subject>
  <dc:creator>PptxGenJS</dc:creator>
  <cp:lastModifiedBy>PptxGenJS</cp:lastModifiedBy>
  <cp:revision>1</cp:revision>
  <dcterms:created xsi:type="dcterms:W3CDTF">2026-06-02T14:05:25Z</dcterms:created>
  <dcterms:modified xsi:type="dcterms:W3CDTF">2026-06-02T14:05:25Z</dcterms:modified>
</cp:coreProperties>
</file>